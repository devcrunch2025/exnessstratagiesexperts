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DXB SAR EA Flow Documentation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737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Order placement • Profit booking • Stop-loss protection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Technical design for MQL5 conversion and client explanation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" y="2743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E6EAA"/>
          </a:solidFill>
          <a:ln w="12700">
            <a:solidFill>
              <a:srgbClr val="2E6EA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8072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Entry strategy unchanged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2971800" y="274320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1E9E69"/>
          </a:solidFill>
          <a:ln w="12700">
            <a:solidFill>
              <a:srgbClr val="1E9E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63240" y="28072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Profit collection improved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394960" y="2743200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28072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50% peak-profit protection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49808" y="365760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30752"/>
            <a:ext cx="5888736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The EA continues using the same SAR-based order-placement logic. The upgrade changes how profit is collected and protected after a valid daily profit activation.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123444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1307592"/>
            <a:ext cx="3694176" cy="3282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</a:rPr>
              <a:t>Core idea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</a:rPr>
              <a:t>After 10% activation, remember the highest daily profit and protect 50% of that highest profit while leaving upside unlimited.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Three-module EA decision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Designed for clean MQL5 conversion with separate state and logging.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73352"/>
            <a:ext cx="287121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New order placement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Pass/fail filters before entry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673352"/>
            <a:ext cx="305409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Profit booking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10% activation + unlimited 50% peak-profit lock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49640" y="16002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2792" y="1673352"/>
            <a:ext cx="287121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Stop-loss engine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02124"/>
                </a:solidFill>
              </a:rPr>
              <a:t>Initial SL + server-side profit lock + daily loss protection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176272"/>
            <a:ext cx="82296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2176272"/>
            <a:ext cx="7772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388620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959352"/>
            <a:ext cx="982065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Shared runtime 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Opening base • daily locks • active SAR direction • order counts • highest equity • locked equity • pause status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New order placement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Every new order is allowed only after risk gates, capacity limits, signal filters, and entry-type checks pass.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99032"/>
            <a:ext cx="113385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143000"/>
            <a:ext cx="1143000" cy="82296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307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Daily lock?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1417320" cy="82296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3075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Blocked hour / pause?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49240" y="1143000"/>
            <a:ext cx="1234440" cy="82296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3075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Capacity ok?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95160" y="13258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399032"/>
            <a:ext cx="136245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Determine BUY / SELL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1051560"/>
            <a:ext cx="1600200" cy="100584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2161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SAR + score + H1 + candles pass?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835640" y="1325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08792" y="1399032"/>
            <a:ext cx="9966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Place order + initial SL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1572768"/>
            <a:ext cx="1828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4114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1572768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1572768"/>
            <a:ext cx="4114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1572768"/>
            <a:ext cx="4114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15600" y="1572768"/>
            <a:ext cx="3200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0" y="288036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DE2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953512"/>
            <a:ext cx="2825496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Reject and log reason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41448" y="1965960"/>
            <a:ext cx="2862072" cy="9144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89604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Fail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33088" y="1965960"/>
            <a:ext cx="1307592" cy="9144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604004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Fail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961888" y="1965960"/>
            <a:ext cx="-429768" cy="9144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564124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Fail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710928" y="2057400"/>
            <a:ext cx="-3218688" cy="82296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918704" y="2331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Fail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60120" y="416052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233672"/>
            <a:ext cx="1009497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Key checks: daily locks, fresh reset, blocked hour, half-loss pause, side-loss pause, max orders/pending, SAR direction, price confirmation, SAR score, H1 trend, candle filters, spread, gap, one-bar rule, entry-type permission.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Profit booking flow: unlimited 50% highest-profit share 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entry strategy stays unchanged; profit collection becomes adaptive to market momentum.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99032"/>
            <a:ext cx="1591056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Opening base captured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234440"/>
            <a:ext cx="1508760" cy="86868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9903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Daily profit ≥ 10%?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92040" y="11887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61872"/>
            <a:ext cx="1682496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Book current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Delete pending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Continue trading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3258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399032"/>
            <a:ext cx="1773936" cy="5394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New valid market order opens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2CC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1261872"/>
            <a:ext cx="1773936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Track highest equity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Lock 50% of peak profit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1664208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664208"/>
            <a:ext cx="4572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80560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Yes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720840" y="1664208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0" y="1664208"/>
            <a:ext cx="4572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306324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DE2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3136392"/>
            <a:ext cx="474573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If equity falls to locked trigger: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Close all • Delete pending • Stop trading for the day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61320" y="2148840"/>
            <a:ext cx="-4160520" cy="9144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9818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Pullback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11680" y="43434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0B1F35"/>
          </a:solidFill>
          <a:ln w="12700">
            <a:solidFill>
              <a:srgbClr val="0B1F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441655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Peak equity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2084832" y="439826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Peak equity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69080" y="43434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0B1F35"/>
          </a:solidFill>
          <a:ln w="12700">
            <a:solidFill>
              <a:srgbClr val="0B1F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441655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Peak profit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142232" y="439826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Peak profit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43434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0B1F35"/>
          </a:solidFill>
          <a:ln w="12700">
            <a:solidFill>
              <a:srgbClr val="0B1F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441655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Protected 50%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6199632" y="439826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Protected 50%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83880" y="43434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0B1F35"/>
          </a:solidFill>
          <a:ln w="12700">
            <a:solidFill>
              <a:srgbClr val="0B1F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441655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Locked equity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8257032" y="439826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Locked equity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11680" y="46634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473659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$66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069080" y="46634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473659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$6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126480" y="46634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73659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$3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183880" y="46634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57032" y="473659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$63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2011680" y="49834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84832" y="505663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$70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4069080" y="49834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42232" y="505663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$10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6126480" y="49834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505663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$5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8183880" y="49834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57032" y="505663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$65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2011680" y="53035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84832" y="537667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$80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4069080" y="53035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42232" y="537667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$20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6126480" y="53035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537667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$10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8183880" y="53035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57032" y="537667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$70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2011680" y="562356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84832" y="569671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$96.57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4069080" y="562356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42232" y="569671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$29.57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6126480" y="562356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9632" y="569671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$14.79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8183880" y="562356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57032" y="5696712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$81.79</a:t>
            </a:r>
            <a:endParaRPr lang="en-US" sz="870" dirty="0"/>
          </a:p>
        </p:txBody>
      </p:sp>
      <p:sp>
        <p:nvSpPr>
          <p:cNvPr id="68" name="Text 66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Order stop-loss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Broker-side SL protects each order; account-level locks protect the day.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07592"/>
            <a:ext cx="177393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Order placed / activated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2344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307592"/>
            <a:ext cx="186537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Attach initial broker-side SL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143000"/>
            <a:ext cx="1280160" cy="822960"/>
          </a:xfrm>
          <a:prstGeom prst="diamond">
            <a:avLst/>
          </a:prstGeom>
          <a:solidFill>
            <a:srgbClr val="FFF2CC"/>
          </a:solidFill>
          <a:ln w="13970">
            <a:solidFill>
              <a:srgbClr val="E3A0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075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</a:rPr>
              <a:t>Profit improves?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06640" y="11430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2CC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16152"/>
            <a:ext cx="177393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Move SL forward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Break-even / profit lock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2980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2952" y="1307592"/>
            <a:ext cx="149961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Continue monitoring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1554480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554480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1554480"/>
            <a:ext cx="5486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94944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Yes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326880" y="1554480"/>
            <a:ext cx="5029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297180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044952"/>
            <a:ext cx="2322576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Half-loss warning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Pause new entries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297180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DE2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3044952"/>
            <a:ext cx="2322576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Full daily loss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Close all and stop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9718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DE2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3044952"/>
            <a:ext cx="2505456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Profit-share lock 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02124"/>
                </a:solidFill>
              </a:rPr>
              <a:t>Close all and stop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" y="4617720"/>
            <a:ext cx="9875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4690872"/>
            <a:ext cx="9729216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Layered protection: initial SL, server-side profit lock, half-loss cooldown, full daily loss stop, highest-profit share lock.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MQL5 conversion guidance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Keep entry, profit, and stop-loss modules independent.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2688336" cy="1316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Order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CanPlaceNewOrder()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TryPlaceOrder()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AttachInitialSL()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490472"/>
            <a:ext cx="2688336" cy="1316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Profit 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UpdateDailyProfitShareLock()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CloseAllEAPositions()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DeleteAllEAPendingOrders()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58200" y="1417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1352" y="1490472"/>
            <a:ext cx="2688336" cy="1316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Stop-loss 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ManageOpenPositionStops()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ModifySLForwardOnly()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02124"/>
                </a:solidFill>
              </a:rPr>
              <a:t>StartHalfLossCoolingPause()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050792"/>
            <a:ext cx="972921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Logging requirements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02124"/>
                </a:solidFill>
              </a:rPr>
              <a:t>Every reject reason, activation event, highest equity update, locked equity change, SL move, close reason, and day reset should be written to Experts log and dashboard state.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summary: profit collection upgrade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EA does not chase the market; it reinvests part of earned profit with protection.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905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D9EAF7"/>
          </a:solidFill>
          <a:ln w="12700">
            <a:solidFill>
              <a:srgbClr val="2E6E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90472"/>
            <a:ext cx="305409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What stays same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SAR entries, filters, pending orders, recovery, stop-loss rules, blocked hours.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4EA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490472"/>
            <a:ext cx="305409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What changes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After first 10%, the EA tracks highest profit and protects 50% of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1490472"/>
            <a:ext cx="305409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Why it helps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Strong momentum days can keep running; next-day equity benefits from retained profit.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374904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E9E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822192"/>
            <a:ext cx="9912096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Plain English: if the account starts at $60 and reaches $80, the peak profit is $20. The EA protects $10 and allows the other $10 to stay active for more opportunities. If equity falls near $70, it stops for the day.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DXB SAR EA • MQL5 conversion design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DXB SAR EA Flow Documentation</dc:title>
  <dc:subject>DXB SAR EA Flow Documentation</dc:subject>
  <dc:creator>ChatGPT</dc:creator>
  <cp:lastModifiedBy>ChatGPT</cp:lastModifiedBy>
  <cp:revision>1</cp:revision>
  <dcterms:created xsi:type="dcterms:W3CDTF">2026-07-03T08:51:25Z</dcterms:created>
  <dcterms:modified xsi:type="dcterms:W3CDTF">2026-07-03T08:51:25Z</dcterms:modified>
</cp:coreProperties>
</file>